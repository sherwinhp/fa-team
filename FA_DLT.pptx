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53" r:id="rId5"/>
    <p:sldId id="329" r:id="rId6"/>
    <p:sldId id="354" r:id="rId7"/>
    <p:sldId id="331" r:id="rId8"/>
    <p:sldId id="345" r:id="rId9"/>
    <p:sldId id="355" r:id="rId10"/>
    <p:sldId id="347" r:id="rId11"/>
    <p:sldId id="348" r:id="rId12"/>
    <p:sldId id="349" r:id="rId13"/>
    <p:sldId id="350" r:id="rId14"/>
    <p:sldId id="351" r:id="rId15"/>
    <p:sldId id="352" r:id="rId16"/>
    <p:sldId id="3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966" autoAdjust="0"/>
  </p:normalViewPr>
  <p:slideViewPr>
    <p:cSldViewPr snapToGrid="0">
      <p:cViewPr varScale="1">
        <p:scale>
          <a:sx n="37" d="100"/>
          <a:sy n="37" d="100"/>
        </p:scale>
        <p:origin x="24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41564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/>
          <a:lstStyle/>
          <a:p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public speaking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 confidence</a:t>
            </a:r>
          </a:p>
          <a:p>
            <a:r>
              <a:rPr lang="en-US" dirty="0"/>
              <a:t>Engaging the audience</a:t>
            </a:r>
          </a:p>
          <a:p>
            <a:r>
              <a:rPr lang="en-US" dirty="0"/>
              <a:t>Visual aids</a:t>
            </a:r>
          </a:p>
          <a:p>
            <a:r>
              <a:rPr lang="en-US" dirty="0"/>
              <a:t>Final tips &amp; takeaways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The power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of communication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  <a:noFill/>
        </p:spPr>
        <p:txBody>
          <a:bodyPr>
            <a:noAutofit/>
          </a:bodyPr>
          <a:lstStyle/>
          <a:p>
            <a:r>
              <a:rPr lang="en-US" dirty="0"/>
              <a:t>Overcoming </a:t>
            </a:r>
            <a:br>
              <a:rPr lang="en-US" dirty="0"/>
            </a:br>
            <a:r>
              <a:rPr lang="en-US" dirty="0"/>
              <a:t>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  <a:noFill/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Engaging </a:t>
            </a:r>
            <a:br>
              <a:rPr lang="en-US" dirty="0"/>
            </a:br>
            <a:r>
              <a:rPr lang="en-US" dirty="0"/>
              <a:t>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289A6C7-C300-4AAC-DEAE-687BBDA3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3B2F5C-D09B-2126-5784-589918E6E1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4E5619-0985-32B6-EC73-AFBCAB2F1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8" name="Picture Placeholder 7" descr="Close up of yellow flowers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F157F0-FCC9-135B-D7C0-66741C6265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</a:t>
            </a:r>
            <a:br>
              <a:rPr lang="en-US" dirty="0"/>
            </a:br>
            <a:r>
              <a:rPr lang="en-US" dirty="0"/>
              <a:t>of effective communication is to motivate your audience</a:t>
            </a:r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7B166768-B202-E472-5FBC-6570BDBFBD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30356631"/>
              </p:ext>
            </p:extLst>
          </p:nvPr>
        </p:nvGraphicFramePr>
        <p:xfrm>
          <a:off x="3786188" y="2770188"/>
          <a:ext cx="7572214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766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5669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63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79902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58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Speaking engagement metrics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FCA28DE6-C101-C79F-9EA4-ADCD87209AD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62908459"/>
              </p:ext>
            </p:extLst>
          </p:nvPr>
        </p:nvGraphicFramePr>
        <p:xfrm>
          <a:off x="841375" y="2770188"/>
          <a:ext cx="10515600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85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38983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3784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>
            <a:normAutofit/>
          </a:bodyPr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mirjam@contoso.com  </a:t>
            </a:r>
          </a:p>
          <a:p>
            <a:r>
              <a:rPr lang="en-US" dirty="0"/>
              <a:t>www.contoso.com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{EA78EB19-6B7C-45F8-93AE-85E01C0747BD}tf56410444_win32</Template>
  <TotalTime>2</TotalTime>
  <Words>447</Words>
  <Application>Microsoft Office PowerPoint</Application>
  <PresentationFormat>Widescreen</PresentationFormat>
  <Paragraphs>130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Gill Sans Nova Light</vt:lpstr>
      <vt:lpstr>Custom</vt:lpstr>
      <vt:lpstr>Master  public speaking</vt:lpstr>
      <vt:lpstr>Agenda</vt:lpstr>
      <vt:lpstr>The power  of communication</vt:lpstr>
      <vt:lpstr>Overcoming  nervousness</vt:lpstr>
      <vt:lpstr>Engaging 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CHOW SHERWIN</dc:creator>
  <cp:lastModifiedBy>CHOW SHERWIN</cp:lastModifiedBy>
  <cp:revision>1</cp:revision>
  <dcterms:created xsi:type="dcterms:W3CDTF">2026-01-26T01:14:43Z</dcterms:created>
  <dcterms:modified xsi:type="dcterms:W3CDTF">2026-01-26T01:16:59Z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